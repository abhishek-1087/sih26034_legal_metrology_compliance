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INDIA HACKATHON 2024 • PROBLEM ID: SIH26034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Software System for Legal Metrology Compliance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Label Scanning, Rule 6(1) Offences Verification &amp; Statutory Section 36 Penalty Engine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657600"/>
            <a:ext cx="10515600" cy="16459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931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MINISTRY OF CONSUMER AFFAIRS, FOOD &amp; PUBLIC DISTRIBUTION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4389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Consumer Affairs • Legal Metrology Division (Packaged Commodities Rules 2011)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48463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Architecture: React 18 + Tesseract OCR + Canvas Vision Engine + Express API + Persistent DB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PROBLEM STATEMENT &amp; MARKET CONTEXT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Legal Metrology (Packaged Commodities) Rules, 2011 Enforcement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3F5E"/>
                </a:solidFill>
              </a:rPr>
              <a:t>1. Inspection Bottleneck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Millions of retail packages &amp; quick-commerce listings (Blinkit, Zepto, Amazon).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Manual inspection by officers is physically impossible at scale.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Need for instant automated label scanning.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2. Obsolete Unit Symbols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0" y="246888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Widespread illegal use of non-standard units (gms, gm, ltrs, pcs).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Rule 6(1)(c) mandates strict SI metric symbols (g, kg, ml, L, N).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Causes consumer confusion and measurement errors.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0" y="19202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3. Omitted Declarations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0" y="246888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Missing mandatory "(incl. of all taxes)" MRP clauses.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Missing customer care email addresses.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Omitted Country of Origin on imported commodities.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KEY AUTOMATED AUDIT FINDINGS FROM THE SITE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Empirical Non-Compliance Breakdown Across Tested Sectors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515600" cy="4114800"/>
        </p:xfrm>
        <a:graphic>
          <a:graphicData uri="http://schemas.openxmlformats.org/drawingml/2006/table">
            <a:tbl>
              <a:tblPr/>
              <a:tblGrid>
                <a:gridCol w="3474720"/>
                <a:gridCol w="2286000"/>
                <a:gridCol w="1645920"/>
                <a:gridCol w="310896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Violation Category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Statutory Rule Clause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</a:rPr>
                        <a:t>Offence Frequency 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Impact &amp; Legal Consequence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Illegal Non-Standard Metric Units (gms, ltrs)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</a:rPr>
                        <a:t>Rule 6(1)(c) &amp; Schedule II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3F5E"/>
                          </a:solidFill>
                        </a:rPr>
                        <a:t>38.2%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Critical Violation • Fine up to ₹25,000 (Sec 36(1))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Missing MRP Mandatory Tax Clause (incl. of all taxes)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</a:rPr>
                        <a:t>Rule 6(1)(e)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3F5E"/>
                          </a:solidFill>
                        </a:rPr>
                        <a:t>31.4%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Major Offence • Seizure under Section 36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Omitted Consumer Care Official E-Mail 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</a:rPr>
                        <a:t>Rule 6(1)(f) Amendment 2017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25.1%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Major Offence • Prevents consumer grievance redressal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Missing Country of Origin on Packaging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</a:rPr>
                        <a:t>Rule 6(1)(g) Amendment 2021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59E0B"/>
                          </a:solidFill>
                        </a:rPr>
                        <a:t>17.6%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Major Offence • Mandatory for imported commodities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Missing Unit Sale Price (USP) Rate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</a:rPr>
                        <a:t>Rule 6(11)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12.3%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Minor Warning • Price per gram / ml rate missing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STATUTORY COMPLIANCE RULES MATRIX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Legal Metrology (Packaged Commodities) Rules, 2011 Benchmark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645920"/>
          <a:ext cx="10515600" cy="41148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3200400"/>
                <a:gridCol w="274320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Rule Clause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Mandatory Declaration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Standard Legal Requirement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43F5E"/>
                          </a:solidFill>
                        </a:rPr>
                        <a:t>Common Non-Compliance Flags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</a:rPr>
                        <a:t>Rule 6(1)(a)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Manufacturer / Packer / Importer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Full Name, Address, City, State, 6-Digit PIN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3F5E"/>
                          </a:solidFill>
                        </a:rPr>
                        <a:t>Missing complete address or PIN code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</a:rPr>
                        <a:t>Rule 6(1)(c)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Net Quantity &amp; Metric Unit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Standard SI Metric Units (g, kg, ml, L, N)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3F5E"/>
                          </a:solidFill>
                        </a:rPr>
                        <a:t>Illegal non-standard units (gms, ltrs, pcs)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</a:rPr>
                        <a:t>Rule 6(1)(e)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MRP &amp; Tax Clause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Must state ₹ / Rs and (incl. of all taxes)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3F5E"/>
                          </a:solidFill>
                        </a:rPr>
                        <a:t>Missing (incl. of all taxes) clause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</a:rPr>
                        <a:t>Rule 6(1)(f)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Consumer Care Contact Details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Designated Officer, Address, Phone, Mandatory Email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3F5E"/>
                          </a:solidFill>
                        </a:rPr>
                        <a:t>Missing official complaint Email ID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</a:rPr>
                        <a:t>Rule 6(1)(g)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Country of Origin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Mandatory Country of Origin Tag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43F5E"/>
                          </a:solidFill>
                        </a:rPr>
                        <a:t>Omitted origin country tag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END-TO-END SYSTEM ARCHITECTURE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Full-Stack Inspection, Processing &amp; Database 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5156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99669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1. INPUT SCANNER LAYER (App.jsx &amp; Scanner Component Suite)
   • Drag &amp; Drop Packaging Image Upload Zone (PNG, JPG, WEBP)
   • Live Camera Scanner Stream Modal (Real-Time WebCam)
   • E-Commerce Link Inspector Modal (Amazon India, Flipkart, Blinkit, Zepto URLs)
2. VISION PREPROCESSING &amp; OCR ENGINE (imagePreprocessing.js &amp; ocrProcessor.js)
   • HTML5 Canvas Adaptive Contrast Boost (1.3x) &amp; Pixel Binarization Thresholding
   • Client-Side Tesseract.js OCR Worker &amp; Spatial Bounding Box Position Mapping
3. COMPLIANCE RULES &amp; PENALTY ENGINE (metrologyRulesEngine.js)
   • Rule 6(1)(a-g) Regex Parser &amp; Rule 6(11) Unit Sale Price Evaluator
   • Legal Metrology Act 2009 Section 36(1) &amp; 36(2) Fine Compounding Estimator
4. REST API BACKEND &amp; DATABASE LAYER (server/index.js &amp; server/db.js)
   • Express REST API listening on Port 5000 with CORS &amp; Vite Proxy
   • Persistent JSON / SQLite Database Store for User Accounts &amp; Batch Audit Matrix
5. STATUTORY REPORT GENERATOR (reportGenerator.js)
   • 1-Click PDF Generation with Margin Wrapping &amp; Clean Rs. Currency Formatting
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STATUTORY OFFENCE &amp; PENALTY CALCULATOR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Legal Metrology Act, 2009 Enforcement Provisions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3F5E"/>
                </a:solidFill>
              </a:rPr>
              <a:t>SECTION 36(1) — FIRST OFFENCE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Statutory Fine: Up to ₹ 25,000 per violation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301752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Applies to any person who manufactures, packs, imports, or sells non-compliant pre-packaged commodities.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Fine accumulates dynamically per detected rule breach.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Example: 3 breaches (Crispy Chips) = Fine up to ₹ 75,000.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0292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SECTION 36(2) — REPEAT OFFENCE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92240" y="2468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Fine Up to ₹ 50,000 OR Imprisonment (1 Year)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3017520"/>
            <a:ext cx="4572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Applies to second and subsequent offences under Legal Metrology Act.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Mandates imprisonment up to 1 year or fine up to ₹ 50,000 or both.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Section 48 compounding allowed prior to prosecution.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BACKEND REST API &amp; PERSISTENT DATABASE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Full Database Persistence &amp; Dual Role Authentication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366F1"/>
                </a:solidFill>
              </a:rPr>
              <a:t>Express REST API Endpoints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POST /api/auth/register — User registration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POST /api/auth/login — User login &amp; session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GET /api/scans — Retrieve persistent audit logs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POST /api/scans — Save packaging inspection log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POST /api/scans/batch — Bulk batch scan log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0292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Dual Role User System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Official Inspector Role: Unlocks enforcement metrics, fine compounding calculators, notice generation &amp; CSV batch export.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Consumer Advocate Role: Allows public consumers to scan products, check unit sale price rates, and download certificates.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Sessions persist across systems &amp; server restarts.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BATCH INSPECTION MATRIX &amp; ANALYTICS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Warehouse Bulk Inspector &amp; Enforcement Analytics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5156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99669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1. BATCH INSPECTION LOG MATRIX (BatchAuditor.jsx)
   • Upload 100+ packaging image files simultaneously for automated warehouse audit.
   • Displays thumbnail preview, commodity name, brand, compliance rating %, status badge, &amp; offences count.
   • Interactive Eye icon button (👁️) pops up detailed rule violation breakdown for any item.
   • 1-Click "Export CSV Report" downloads complete audit log matrix file.
2. INSPECTOR ENFORCEMENT ANALYTICS (AnalyticsDashboard.jsx)
   • Top Non-Compliance Rule Trends bar charts (Rule 6(1)(c) net qty unit leading at 38%).
   • Category Risk Heatmap (Cosmetics at 54% risk, Snacks at 42% risk, Electronics at 12% risk).
   • Cumulative Offence Fine Estimator slider simulating market seizure quantities (10 to 2000 units).
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OFFICIAL STATUTORY PDF NOTICE GENERATOR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Formal Notice of Violation &amp; Compliance Certificate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50292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</a:rPr>
              <a:t>PDF Notice Features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46888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Official Ministry Header (Ministry of Consumer Affairs, Food &amp; Public Distribution).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Inspection ID, Date, Time &amp; Commodity Metadata Box.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Rules 6(1)(a-g) Pass/Fail Evaluation Matrix Table.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Digital Verification Block &amp; Digital Signature Stamp.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645920"/>
            <a:ext cx="50292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Layout &amp; Encoding Safeguards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92240" y="2468880"/>
            <a:ext cx="45720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Dynamic Text Wrapping: doc.splitTextToSize(text, 174) ensures penalty text lines never overflow page margins.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Clean Currency Formatting: Sanitizes un-encoded symbols to clean "Rs." to prevent PDF font superscript bugs.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• Dynamic Red Box Height: Expands automatically based on line count.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FUTURE ROADMAP &amp; CONCLUSION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Scaling LM-CompliScan to a Nationwide Platform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0515600" cy="4389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9966960" cy="3931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1. REGIONAL INDIAN LANGUAGE OCR: Train AI models on 12+ Indian regional languages (Hindi, Tamil, Telugu, Marathi, etc.).
2. 3D VOLUMETRIC SCANNING: Integrate depth-sensing camera APIs to enforce Rule 7 Slack Packaging packaging volume rules.
3. NCH &amp; BIS DATABASE API: Connect to National Consumer Helpline &amp; BIS Care portal to verify FSSAI / ISI logo authenticity.
4. E-COMMERCE AUTOMATED WEBHOOK: Pre-listing headless web crawler for Amazon, Flipkart, Blinkit &amp; Zepto listings.
5. NATIVE MOBILE APP: Offline mobile edge AI scanning app for field officers in remote check-posts.
Conclusion: LM-CompliScan AI 2.0 transforms Legal Metrology enforcement from slow manual checks into an automated, instant, database-backed national compliance engine.
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10</Slides>
	<Notes>10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10</vt:i4></vt:variant>
		</vt:vector>
	</HeadingPairs>
	<TitlesOfParts>
		<vt:vector size="13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
		</vt:vector>
	</TitlesOfParts>
	<Company>Ministry of Consumer Affairs, Food & Public Distribution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SIH26034 Legal Metrology Compliance System</dc:title>
  <dc:subject>PptxGenJS Presentation</dc:subject>
  <dc:creator>Smart India Hackathon Team</dc:creator>
  <cp:lastModifiedBy>Smart India Hackathon Team</cp:lastModifiedBy>
  <cp:revision>1</cp:revision>
  <dcterms:created xsi:type="dcterms:W3CDTF">2026-09-05T19:04:54Z</dcterms:created>
  <dcterms:modified xsi:type="dcterms:W3CDTF">2026-09-05T19:04:54Z</dcterms:modified>
</cp:coreProperties>
</file>